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76228-A2C6-4BC5-B125-98396D10BAC7}" v="2" dt="2026-06-14T13:21:21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thand Venkatakrishnan" userId="70e2d9a0113113bc" providerId="LiveId" clId="{B52F2BA4-0DA8-4801-9B7A-AE8D62C1DF0E}"/>
    <pc:docChg chg="undo custSel modSld">
      <pc:chgData name="kothand Venkatakrishnan" userId="70e2d9a0113113bc" providerId="LiveId" clId="{B52F2BA4-0DA8-4801-9B7A-AE8D62C1DF0E}" dt="2026-06-14T13:22:38.174" v="129" actId="5793"/>
      <pc:docMkLst>
        <pc:docMk/>
      </pc:docMkLst>
      <pc:sldChg chg="modSp mod">
        <pc:chgData name="kothand Venkatakrishnan" userId="70e2d9a0113113bc" providerId="LiveId" clId="{B52F2BA4-0DA8-4801-9B7A-AE8D62C1DF0E}" dt="2026-06-14T13:22:38.174" v="129" actId="5793"/>
        <pc:sldMkLst>
          <pc:docMk/>
          <pc:sldMk cId="2429858910" sldId="256"/>
        </pc:sldMkLst>
        <pc:spChg chg="mod">
          <ac:chgData name="kothand Venkatakrishnan" userId="70e2d9a0113113bc" providerId="LiveId" clId="{B52F2BA4-0DA8-4801-9B7A-AE8D62C1DF0E}" dt="2026-06-14T13:21:06.644" v="10" actId="27636"/>
          <ac:spMkLst>
            <pc:docMk/>
            <pc:sldMk cId="2429858910" sldId="256"/>
            <ac:spMk id="2" creationId="{7752EFDC-46CE-632B-DF65-B56530987E41}"/>
          </ac:spMkLst>
        </pc:spChg>
        <pc:spChg chg="mod">
          <ac:chgData name="kothand Venkatakrishnan" userId="70e2d9a0113113bc" providerId="LiveId" clId="{B52F2BA4-0DA8-4801-9B7A-AE8D62C1DF0E}" dt="2026-06-14T13:22:38.174" v="129" actId="5793"/>
          <ac:spMkLst>
            <pc:docMk/>
            <pc:sldMk cId="2429858910" sldId="256"/>
            <ac:spMk id="3" creationId="{9EF2D4A3-5310-70CD-4568-68C2B5442A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D142-713A-4AC6-BC2D-3F7BEF65F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150F5-2B1E-BA5D-B779-71FAE36CD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09A3-3A40-E9F9-DE80-2172765E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CB4D5-D8AE-5D0E-303D-7BDFCA1F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5A68-B38C-3D75-DCA7-A5373B41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3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8C6F-BC45-A520-7192-DFD243F4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D4187-951F-9CD0-A760-C5A3CC84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4E5E7-2D0A-E6BC-21B1-27D5BC7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F3DB4-08DD-A386-000E-12464E7D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C28F3-7468-6402-0946-947E5C58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343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C2C7-949E-2DD7-44FE-00CB2FF9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E90F1-2E14-83A1-A146-68C5BC33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43055-4F96-5B84-9D25-FA4A63D4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083CD-4B3B-B90C-4C90-7A4A5BF7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822E-3D6F-9DF9-6173-A8964F1B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057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D33C-BE9A-A975-4AD8-0A560DBD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2F769-BD5A-8CF4-A319-57D9B711A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96F60-1621-E942-F9BC-6A1748297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57E10-0F72-CDB2-A215-0BCDE7D0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E2881-5F11-9762-716B-4C7BAA44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FDC9B-EFA9-F71D-0577-39E936DD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639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9E40-EA24-953C-5931-61BA424F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DF3DA-0F1D-566D-EED1-E8B3EEAA1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5B856-C621-8E91-39D4-1305867CD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A7331-3CCA-5126-1A8B-81988CAE5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9FAD6-257E-F6AE-FD01-3B72BC3A8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B218F-2965-5736-01FA-67FC5DF3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F4A82-DC01-D44D-9950-A6862E1E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9F7E4-8435-01E1-57B2-2E454152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319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32A6-2180-C365-4E41-8B775CB4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4FCE5-3C2A-8500-68B5-2F2E0020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094F1-18EB-55FF-C16E-5C4F29C5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116E6-AFD4-C8F2-C325-5BA62CE1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1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8AA89-8F77-0ACC-1EC4-9D233AFF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B05CE-E8AB-BB15-1B84-2AD72BE5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F0C9A-C34D-CC14-0863-AC747D2B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701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7EA4-8814-C442-8FED-6FAA84F9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0E03-217B-93D9-BD5D-DCC86EA6E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7CEFD-ECAF-B981-E4C6-6EE0B0A3B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14747-8586-688B-3AD0-01459B15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0E944-53D4-B042-EC66-0F9AACAD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C4E2A-202E-8D97-37E5-16667018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020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A6A9-E224-A38A-C382-322D30FE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4F59C-CBF9-5DA6-2EDF-1F0D38C97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362C8-BC72-ADA7-471E-8E427114E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51C30-9D03-B93D-F01A-B65ECA49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750AE-C3CF-367F-5A3B-962E1BB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8F349-194E-FD5F-13C3-486565E5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53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F91C-E6E4-D76E-B761-7D32F49D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AE4CF-8969-677C-7F40-AA221F3CD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5EB8F-6587-9B5E-5616-DA458B68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4E556-18F4-D7BF-F3DC-35BE22F4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B40A-28E7-7FC5-B3D6-CC69A1C1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043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084D7-C4DD-0865-35CC-6D623943B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57AE6-AE1C-F4BC-BD79-64496562A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BB8C7-E931-CB2A-08B1-2E369F46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8B45E-EAE9-24CD-8F65-4845E145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B92ED-A7F9-ACC2-2ABA-14D412D3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5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CC453D-7691-FDB2-A8E7-4A8803BF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7195C-3C2C-99EF-A886-B336D27F7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FB11-6C4B-DDFA-C10F-48F24A53B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2EE9E-234F-4E7C-A2BF-3B988B4D94BD}" type="datetimeFigureOut">
              <a:rPr lang="en-SG" smtClean="0"/>
              <a:t>14/6/2026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BCBC-0D5E-1416-61AD-30E285809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8387-F87D-E03E-0B04-24B957461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991AA-79A0-4C42-A210-B1CFCAC665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920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ziya07/employee-attrition-prediction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EFDC-46CE-632B-DF65-B56530987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3"/>
            <a:ext cx="9144000" cy="1710246"/>
          </a:xfrm>
        </p:spPr>
        <p:txBody>
          <a:bodyPr>
            <a:normAutofit fontScale="90000"/>
          </a:bodyPr>
          <a:lstStyle/>
          <a:p>
            <a:r>
              <a:rPr lang="en-SG" dirty="0"/>
              <a:t>Employee </a:t>
            </a:r>
            <a:br>
              <a:rPr lang="en-SG" dirty="0"/>
            </a:br>
            <a:r>
              <a:rPr lang="en-SG" dirty="0"/>
              <a:t>Attrition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2D4A3-5310-70CD-4568-68C2B5442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78609"/>
            <a:ext cx="9144000" cy="3411029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dirty="0" err="1"/>
              <a:t>url</a:t>
            </a:r>
            <a:r>
              <a:rPr lang="en-SG" dirty="0"/>
              <a:t> - </a:t>
            </a:r>
            <a:r>
              <a:rPr lang="en-SG" dirty="0">
                <a:hlinkClick r:id="rId2"/>
              </a:rPr>
              <a:t>https://www.kaggle.com/datasets/ziya07/employee-attrition-prediction-dataset</a:t>
            </a:r>
            <a:endParaRPr lang="en-SG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SG" dirty="0"/>
              <a:t>Download the dataset using </a:t>
            </a:r>
            <a:r>
              <a:rPr lang="en-SG" dirty="0" err="1"/>
              <a:t>kagglehub</a:t>
            </a:r>
            <a:r>
              <a:rPr lang="en-SG" dirty="0"/>
              <a:t> library to perform exploratory data analysis</a:t>
            </a:r>
          </a:p>
          <a:p>
            <a:pPr algn="l"/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985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F31B-4960-BDDC-45FB-A0552829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Sourcing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5A966-AF93-8787-8C53-8AD14479C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Dataset was sourced from Kaggle.com</a:t>
            </a:r>
          </a:p>
          <a:p>
            <a:r>
              <a:rPr lang="en-SG" dirty="0"/>
              <a:t>Dataset was imported using </a:t>
            </a:r>
            <a:r>
              <a:rPr lang="en-SG" dirty="0" err="1"/>
              <a:t>kagglehub</a:t>
            </a:r>
            <a:r>
              <a:rPr lang="en-SG" dirty="0"/>
              <a:t> library in python</a:t>
            </a:r>
          </a:p>
          <a:p>
            <a:r>
              <a:rPr lang="en-SG" dirty="0"/>
              <a:t>The dataset was then loaded for exploratory </a:t>
            </a:r>
            <a:r>
              <a:rPr lang="en-SG"/>
              <a:t>data analysis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960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Employee  Attrition Prediction</vt:lpstr>
      <vt:lpstr>Sourcing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kothand Venkatakrishnan</dc:creator>
  <cp:lastModifiedBy>kothand Venkatakrishnan</cp:lastModifiedBy>
  <cp:revision>1</cp:revision>
  <dcterms:created xsi:type="dcterms:W3CDTF">2026-06-11T16:23:23Z</dcterms:created>
  <dcterms:modified xsi:type="dcterms:W3CDTF">2026-06-14T13:22:45Z</dcterms:modified>
</cp:coreProperties>
</file>